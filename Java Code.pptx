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F4F24-1873-1223-DD17-263D062BAE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FA311-2AC6-E61D-E119-D18AA0D2E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32A81-FAE9-87BF-4567-C838F620B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035A-7C24-4840-945E-9A3CA34A622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26FC9-89E4-6544-08C4-42CBBD86D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4A8DC-949F-2F11-3E65-E1BEDCBE4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0CFF-E2BB-4CC1-B2FD-A6000130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995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F3476-E0F9-75CA-725E-A9DDBB11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9F6AF-89CC-B2E2-E16B-ACDE08E25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6221E-5532-A01C-F11D-027837C9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035A-7C24-4840-945E-9A3CA34A622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99C69-66AB-D236-5CF0-701DE7507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32487-92CD-4EAB-5DE8-B35983CB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0CFF-E2BB-4CC1-B2FD-A6000130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825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6B154-8CD8-02AF-5A37-8FF54FFE1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CE312-28A4-1300-C6F3-5F1740557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54236-59F7-7D48-06A9-98160DF4D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035A-7C24-4840-945E-9A3CA34A622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80066-1E84-1BCE-EAD9-6E4ED1B6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DC4DB-63E5-CE35-22BA-5A327D1E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0CFF-E2BB-4CC1-B2FD-A6000130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59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E13E-A724-255A-45B6-9A510E7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90396-4036-D272-AB0F-407B04A40C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A7D09-C957-104D-B864-85D41F115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E3875-F2A0-D7AF-5D4C-DF4294DBC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035A-7C24-4840-945E-9A3CA34A622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767108-968F-5F65-63FD-3AAE9BF2A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06B50-DD18-CD24-BC53-7307896DE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0CFF-E2BB-4CC1-B2FD-A6000130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06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C1CE-B778-BC61-B5A5-0A3A1750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003B8-EF65-5347-EC23-2962597CF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3DF57-02A9-A18E-C6F2-D338F0D3C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665C7-52E8-4F1E-D647-47994766C2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C540D1-AA1C-2B2A-1902-2543A9501F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FD03D5-56EC-0859-3FB0-6F2903C4E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035A-7C24-4840-945E-9A3CA34A622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A16A4D-D55E-9953-DE4A-8D793C185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B6CD1-925C-8671-64BE-5514F583A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0CFF-E2BB-4CC1-B2FD-A6000130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66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8CA1-1C10-B8F3-F8D3-A957E3670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A1077-DBC9-8082-3773-AD844A535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035A-7C24-4840-945E-9A3CA34A622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55E670-16EA-8A2B-520F-C91198287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48CC37-849E-8A98-A747-4E9154FE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0CFF-E2BB-4CC1-B2FD-A6000130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480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BA2A58-9C2F-63CA-3CEE-BEC053781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035A-7C24-4840-945E-9A3CA34A622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016027-66A0-1132-6304-7E7358B87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D9307-3032-7D17-BF7A-28A144BD0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0CFF-E2BB-4CC1-B2FD-A6000130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42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95902-0AD2-A4B4-0454-BAC7AA71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A2D1A-862D-7881-71C1-B5806FA22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86566-DD53-B61D-DCF6-35061584D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474E7-8FBB-EAAF-EFF5-AFEF97475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035A-7C24-4840-945E-9A3CA34A622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B7D83-D38B-9512-7167-99F6B0C98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F61DD-CD37-2B16-D5F0-A8FC5E6F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0CFF-E2BB-4CC1-B2FD-A6000130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280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51B5B-65B7-8601-BFCE-2827B5B05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02A7A3-0BE7-E70F-CB6D-2B163C99C3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CA321E-F881-9BA4-B999-35EF95498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084C5-43CC-64D3-4CC3-EF05B858E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035A-7C24-4840-945E-9A3CA34A622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BA365-D245-BDDB-F5F1-9BA5E3D2E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A3658-9550-39AC-553C-B2F36E910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0CFF-E2BB-4CC1-B2FD-A6000130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470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A9BB2-CDF5-63BC-5E39-B7C6E2246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C116A5-1D36-664C-3CE2-3ADE08EE3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600F2-2DE3-5556-9BE0-9AD14818B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035A-7C24-4840-945E-9A3CA34A622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D0D1A-C123-8777-54BE-763577A15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E5E62-B9BA-E363-C8E5-BE6C548C9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0CFF-E2BB-4CC1-B2FD-A6000130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470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9A34DC-205F-DFAD-2996-C9B984AA0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59DBA-7DB0-441A-C7F3-40176215F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C3FA0-CF5F-8417-FAF3-489A55B5D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035A-7C24-4840-945E-9A3CA34A622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8D51B-81C7-BB74-85E7-8A53BEAE4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5F7A2-E5E8-AB5A-8F1E-DD9DD251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0CFF-E2BB-4CC1-B2FD-A6000130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149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80BFAC-B54E-5769-38BC-9DF0C0075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158B4-A52C-5A55-549E-D0C9F8333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9764D-C90B-CAE0-D4D5-252F5F3DBB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E035A-7C24-4840-945E-9A3CA34A622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6BD5E-CBF0-D798-AF54-01D0C4B0D6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C0BFC-0C42-A333-D034-78ABD8BC8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270CFF-E2BB-4CC1-B2FD-A60001301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268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549BE-6432-6014-CBDF-F5C4716F2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5514" y="1764620"/>
            <a:ext cx="9144000" cy="2387600"/>
          </a:xfrm>
        </p:spPr>
        <p:txBody>
          <a:bodyPr>
            <a:normAutofit/>
          </a:bodyPr>
          <a:lstStyle/>
          <a:p>
            <a:r>
              <a:rPr lang="en-US" sz="9600" dirty="0"/>
              <a:t>Java Code</a:t>
            </a:r>
            <a:endParaRPr lang="en-IN" sz="9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0074A-4974-89EC-E659-CCCFCD0EBE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948527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D45DB-F7FF-FC1B-620B-46D38B737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5FE272-E19C-B7B0-724C-0947219671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244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D2E95-8B56-A0CB-78FF-C5BA7EE5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FECF35-77EE-A6CC-0341-65CADE2CD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707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41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4A8B9-16B6-F6FC-EBB2-6EFF016C6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133633-0345-EB58-D669-93AF193A8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88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7CC3D-7FCA-EAAE-4F66-68966ACFF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C165FE-ADB2-638A-3D25-41509F0DBC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54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91ECF-FC48-8697-BF73-C6478F3D7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7087ED-3955-2160-B6A1-602494442B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81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DE0D8-9188-B9AD-8A26-F35E0CC9F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365E27-1137-4E0A-22B5-4C4B56FE61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977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Java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MANITH REDDY GANGANNAGARI</dc:creator>
  <cp:lastModifiedBy>MANITH REDDY GANGANNAGARI</cp:lastModifiedBy>
  <cp:revision>1</cp:revision>
  <dcterms:created xsi:type="dcterms:W3CDTF">2026-09-30T18:13:29Z</dcterms:created>
  <dcterms:modified xsi:type="dcterms:W3CDTF">2026-09-30T18:13:30Z</dcterms:modified>
</cp:coreProperties>
</file>