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596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6386B">
              <a:alpha val="60000"/>
            </a:srgbClr>
          </a:solidFill>
          <a:ln w="12700">
            <a:solidFill>
              <a:srgbClr val="16386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201168"/>
            <a:ext cx="88942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4" name="Image 0" descr="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615108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D1"/>
                </a:solidFill>
              </a:rPr>
              <a:t>Multi Level Parking Lot Manager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3D1"/>
                </a:solidFill>
              </a:rPr>
              <a:t>1 / 12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5B700"/>
                </a:solidFill>
              </a:rPr>
              <a:t>JAVA CONSOLE APPLICATION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6596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 Level Parking Lot Manager</a:t>
            </a:r>
            <a:endParaRPr lang="en-US" sz="5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49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</a:rPr>
              <a:t>Park. Track. Manage. Report.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4545874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5B700"/>
                </a:solidFill>
              </a:rPr>
              <a:t>Team No: 14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 smtClean="0">
                <a:solidFill>
                  <a:srgbClr val="FFFFFF"/>
                </a:solidFill>
              </a:rPr>
              <a:t>Gangannagari Manith Reddy • 2620040072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 smtClean="0">
                <a:solidFill>
                  <a:srgbClr val="FFFFFF"/>
                </a:solidFill>
              </a:rPr>
              <a:t>Kamineni Jathin • 2620030527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 smtClean="0">
                <a:solidFill>
                  <a:srgbClr val="FFFFFF"/>
                </a:solidFill>
              </a:rPr>
              <a:t/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06640" y="1371600"/>
            <a:ext cx="4297680" cy="457200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68096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1F3A"/>
                </a:solidFill>
              </a:rPr>
              <a:t>PARKING STATUS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680960" y="210312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81812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Level 1 • Slot A1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Occupied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509760" y="2103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2B886"/>
                </a:solidFill>
              </a:rPr>
              <a:t>CAR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680960" y="288036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7818120" y="2880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Level 1 • Slot A2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Free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509760" y="28803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03131"/>
                </a:solidFill>
              </a:rPr>
              <a:t>FREE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680960" y="365760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781812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Level 2 • Slot B1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Occupied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509760" y="3657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03131"/>
                </a:solidFill>
              </a:rPr>
              <a:t>CAR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7680960" y="443484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7818120" y="4434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Level 2 • Slot B2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Free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509760" y="4434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2B886"/>
                </a:solidFill>
              </a:rPr>
              <a:t>FREE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7680960" y="525780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7680960" y="5257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B700"/>
                </a:solidFill>
              </a:rPr>
              <a:t>Available slots: 18 / 30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7680960" y="6053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FB3D1"/>
                </a:solidFill>
              </a:rPr>
              <a:t>Illustrative parking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615108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Multi Level Parking Lot Manager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 / 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70408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</a:rPr>
              <a:t>The Multi Level Parking Lot Manager is a menu-driven Java console application that manages vehicle entry and exit across multiple parking levels.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sz="1600">
                <a:solidFill>
                  <a:srgbClr val="1C2B3F"/>
                </a:solidFill>
                <a:latin typeface="Aptos"/>
              </a:rPr>
              <a:t/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</a:rPr>
              <a:t>It assigns available slots, keeps vehicle and ticket details, calculates parking fees, and displays occupancy status. The project connects all six course outcomes to a practical parking-management problem.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</a:rPr>
              <a:t/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863840" y="164592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046720" y="164592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9144000" y="16459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Course outcomes covered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863840" y="320040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046720" y="32004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Core operations: entry, exit, search, status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863840" y="475488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046720" y="47548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0" y="47548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File-based record storage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615108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Problem Statement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Multi Level Parking Lot Manager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3 / 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FDECEC"/>
          </a:solidFill>
          <a:ln w="12700">
            <a:solidFill>
              <a:srgbClr val="F5B5B5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3152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2A2A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Manual slot tracking can cause confusion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Drivers may not know which level has space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Entry and exit records may be missed</a:t>
            </a:r>
            <a:endParaRPr lang="en-US" sz="1700" dirty="0"/>
          </a:p>
          <a:p>
            <a:pPr/>
            <a:r>
              <a:rPr sz="1600">
                <a:solidFill>
                  <a:srgbClr val="1C2B3F"/>
                </a:solidFill>
                <a:latin typeface="Aptos"/>
              </a:rPr>
              <a:t>Fee calculation can be inconsistent</a:t>
            </a:r>
          </a:p>
        </p:txBody>
      </p:sp>
      <p:sp>
        <p:nvSpPr>
          <p:cNvPr id="9" name="Shape 6"/>
          <p:cNvSpPr/>
          <p:nvPr/>
        </p:nvSpPr>
        <p:spPr>
          <a:xfrm>
            <a:off x="5715000" y="2606040"/>
            <a:ext cx="777240" cy="77724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F3A"/>
                </a:solidFill>
              </a:rPr>
              <a:t>→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629400" y="164592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E6F7F0"/>
          </a:solidFill>
          <a:ln w="12700">
            <a:solidFill>
              <a:srgbClr val="96DDB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90372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7A55"/>
                </a:solidFill>
              </a:rPr>
              <a:t>Our Solution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903720" y="23317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Allocate a free slot across levels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Track vehicle and ticket details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Calculate charges at exit</a:t>
            </a:r>
            <a:endParaRPr lang="en-US" sz="1700" dirty="0"/>
          </a:p>
          <a:p>
            <a:pPr/>
            <a:r>
              <a:rPr sz="1600">
                <a:solidFill>
                  <a:srgbClr val="1C2B3F"/>
                </a:solidFill>
                <a:latin typeface="Aptos"/>
              </a:rPr>
              <a:t>Display live-style occupancy reports</a:t>
            </a:r>
          </a:p>
        </p:txBody>
      </p:sp>
      <p:sp>
        <p:nvSpPr>
          <p:cNvPr id="14" name="Shape 11"/>
          <p:cNvSpPr/>
          <p:nvPr/>
        </p:nvSpPr>
        <p:spPr>
          <a:xfrm>
            <a:off x="457200" y="47548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685800" y="47548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200" dirty="0">
                <a:solidFill>
                  <a:srgbClr val="F5B700"/>
                </a:solidFill>
              </a:rPr>
              <a:t>OBJECTIVE 1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Allocate slots and track vehicles using Java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97680" y="47548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4526280" y="47548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200" dirty="0">
                <a:solidFill>
                  <a:srgbClr val="F5B700"/>
                </a:solidFill>
              </a:rPr>
              <a:t>OBJECTIVE 2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Validate entry/exit and calculate parking fees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38160" y="47548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8366760" y="47548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200" dirty="0">
                <a:solidFill>
                  <a:srgbClr val="F5B700"/>
                </a:solidFill>
              </a:rPr>
              <a:t>OBJECTIVE 3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Store records and summarize parking usage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615108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1: Java Foundations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Multi Level Parking Lot Manager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4 / 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2743200" cy="4480560"/>
          </a:xfrm>
          <a:prstGeom prst="roundRect">
            <a:avLst>
              <a:gd name="adj" fmla="val 4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1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Module 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663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B700"/>
                </a:solidFill>
              </a:rPr>
              <a:t>IN THE PROJECT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937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Console menu and parking status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74720" y="16459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65760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Problem solving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Algorithm for vehicle entry, exit, and slot allocation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99248" y="16459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882128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Program structure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Main class with main(), built in the JDK environment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474720" y="3172968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3657600" y="326440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Types and variables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int level/slot, String plateNumber, double fee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99248" y="3172968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882128" y="326440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Operators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Arithmetic for fees and logical checks for slot availability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474720" y="4700016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3657600" y="4791456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Typecasting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Convert and format parking duration and charges when needed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99248" y="4700016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882128" y="4791456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Console I/O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Scanner for input, printf for aligned parking reports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615108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2: Control Flow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Multi Level Parking Lot Manager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5 / 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2743200" cy="4480560"/>
          </a:xfrm>
          <a:prstGeom prst="roundRect">
            <a:avLst>
              <a:gd name="adj" fmla="val 4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2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Module 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663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B700"/>
                </a:solidFill>
              </a:rPr>
              <a:t>IN THE PROJECT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937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parking decision engine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74720" y="16459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65760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if and nested-if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Check slot availability and validate vehicle entry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99248" y="16459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882128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if-else-if ladder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Classify parking duration or vehicle status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474720" y="3172968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3657600" y="326440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switch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Menu: Park, Exit, Search, Status, Exit program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99248" y="3172968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882128" y="326440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while / do-while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Repeat menu until the user chooses to quit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474720" y="4700016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3657600" y="4791456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for and nested loops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Scan levels and slots to find an available space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99248" y="4700016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882128" y="4791456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break / continue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Stop searches when found; skip unavailable slots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615108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3: Methods, Recursion &amp; Arrays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Multi Level Parking Lot Manager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6 / 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2743200" cy="4480560"/>
          </a:xfrm>
          <a:prstGeom prst="roundRect">
            <a:avLst>
              <a:gd name="adj" fmla="val 4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3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Module 3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663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B700"/>
                </a:solidFill>
              </a:rPr>
              <a:t>IN THE PROJECT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937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Modular parking operations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74720" y="16459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65760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Methods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parkVehicle(), removeVehicle(), findVehicle(), calculateFee()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99248" y="16459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882128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Overloading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displayStatus(level) and displayStatus() for one/all levels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474720" y="3172968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3657600" y="326440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for-each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Traverse stored vehicles and active parking tickets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99248" y="3172968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882128" y="326440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Recursion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Optional recursive count of free slots across levels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474720" y="4700016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3657600" y="4791456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1D arrays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Store slot statuses or summarize occupancy by level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99248" y="4700016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882128" y="4791456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2D arrays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Represent parking levels × slots in a grid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615108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4: OOP &amp; Exceptions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Multi Level Parking Lot Manager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7 / 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2743200" cy="4480560"/>
          </a:xfrm>
          <a:prstGeom prst="roundRect">
            <a:avLst>
              <a:gd name="adj" fmla="val 4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4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Module 4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663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B700"/>
                </a:solidFill>
              </a:rPr>
              <a:t>IN THE PROJECT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937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parking object model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74720" y="16459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65760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Classes and objects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Vehicle, ParkingSlot, ParkingLevel, ParkingTicket, ParkingLot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99248" y="16459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882128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Constructors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Initialize vehicle details, slots, and parking tickets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474720" y="3172968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3657600" y="326440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Encapsulation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Private fields; update slot status through class methods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99248" y="3172968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882128" y="326440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static and toString()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Ticket ID counter, constants, readable ticket details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474720" y="4700016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3657600" y="4791456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Inheritance / interfaces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Optional vehicle types or a Reportable interface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99248" y="4700016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882128" y="4791456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Exceptions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try-catch for invalid input, missing vehicles, and bad selections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615108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5: Strings, Algorithms &amp; File I/O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Multi Level Parking Lot Manager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8 / 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2743200" cy="4480560"/>
          </a:xfrm>
          <a:prstGeom prst="roundRect">
            <a:avLst>
              <a:gd name="adj" fmla="val 4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5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Module 5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663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B700"/>
                </a:solidFill>
              </a:rPr>
              <a:t>IN THE PROJECT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937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Searchable, saved parking records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74720" y="16459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65760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Strings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Validate and compare vehicle registration numbers with equals()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99248" y="16459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882128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StringBuilder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Build parking tickets and occupancy reports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474720" y="3172968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3657600" y="326440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Parsing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split(), trim() to read saved vehicle and ticket fields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99248" y="3172968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882128" y="326440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Sort and search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Search by plate number; sort tickets by entry time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474720" y="4700016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3657600" y="4791456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File I/O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Save and reload parking records using Files / Path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99248" y="4700016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882128" y="4791456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Safe loading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Handle missing files or malformed records safely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615108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6: Collections &amp; Streams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Multi Level Parking Lot Manager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9 / 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2743200" cy="4480560"/>
          </a:xfrm>
          <a:prstGeom prst="roundRect">
            <a:avLst>
              <a:gd name="adj" fmla="val 4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6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Module 6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663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B700"/>
                </a:solidFill>
              </a:rPr>
              <a:t>IN THE PROJECT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937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Smart parking summaries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74720" y="16459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65760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Collections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ArrayList for tickets, HashMap for plate-number lookup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99248" y="16459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882128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Generics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List&lt;ParkingTicket&gt; and Map&lt;String, ParkingTicket&gt;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474720" y="3172968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3657600" y="326440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Lambdas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Use predicates and comparators to filter or sort tickets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99248" y="3172968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882128" y="326440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Stream pipelines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filter, map, sorted, count, and collect parking records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474720" y="4700016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3657600" y="4791456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Collectors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groupingBy() and counting() for level-wise occupancy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99248" y="4700016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882128" y="4791456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1F3A"/>
                </a:solidFill>
              </a:rPr>
              <a:t>File streams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Read saved parking records as a stream when appropriate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6386B">
              <a:alpha val="60000"/>
            </a:srgbClr>
          </a:solidFill>
          <a:ln w="12700">
            <a:solidFill>
              <a:srgbClr val="16386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201168"/>
            <a:ext cx="88942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4" name="Image 0" descr="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615108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D1"/>
                </a:solidFill>
              </a:rPr>
              <a:t>Multi Level Parking Lot Manager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3D1"/>
                </a:solidFill>
              </a:rPr>
              <a:t>10 / 12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2651760" cy="2926080"/>
          </a:xfrm>
          <a:prstGeom prst="roundRect">
            <a:avLst>
              <a:gd name="adj" fmla="val 4828"/>
            </a:avLst>
          </a:prstGeom>
          <a:solidFill>
            <a:srgbClr val="16386B"/>
          </a:solidFill>
          <a:ln w="12700">
            <a:solidFill>
              <a:srgbClr val="2F5A9A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85800" y="1828800"/>
            <a:ext cx="594360" cy="59436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8580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6060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5B700"/>
                </a:solidFill>
              </a:rPr>
              <a:t>Result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 Java console design for slot allocation, vehicle exit, fee calculation, and status.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291840" y="1645920"/>
            <a:ext cx="2651760" cy="2926080"/>
          </a:xfrm>
          <a:prstGeom prst="roundRect">
            <a:avLst>
              <a:gd name="adj" fmla="val 4828"/>
            </a:avLst>
          </a:prstGeom>
          <a:solidFill>
            <a:srgbClr val="16386B"/>
          </a:solidFill>
          <a:ln w="12700">
            <a:solidFill>
              <a:srgbClr val="2F5A9A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520440" y="1828800"/>
            <a:ext cx="594360" cy="59436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352044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26060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5B700"/>
                </a:solidFill>
              </a:rPr>
              <a:t>Course outcomes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CO1–CO6 connect Java basics, control flow, OOP, files, and Streams.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126480" y="1645920"/>
            <a:ext cx="2651760" cy="2926080"/>
          </a:xfrm>
          <a:prstGeom prst="roundRect">
            <a:avLst>
              <a:gd name="adj" fmla="val 4828"/>
            </a:avLst>
          </a:prstGeom>
          <a:solidFill>
            <a:srgbClr val="16386B"/>
          </a:solidFill>
          <a:ln w="12700">
            <a:solidFill>
              <a:srgbClr val="2F5A9A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6355080" y="1828800"/>
            <a:ext cx="594360" cy="59436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35508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26060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5B700"/>
                </a:solidFill>
              </a:rPr>
              <a:t>Learning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A real parking problem can be modeled using classes, arrays, algorithms, and collections.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8961120" y="1645920"/>
            <a:ext cx="2651760" cy="2926080"/>
          </a:xfrm>
          <a:prstGeom prst="roundRect">
            <a:avLst>
              <a:gd name="adj" fmla="val 4828"/>
            </a:avLst>
          </a:prstGeom>
          <a:solidFill>
            <a:srgbClr val="16386B"/>
          </a:solidFill>
          <a:ln w="12700">
            <a:solidFill>
              <a:srgbClr val="2F5A9A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9189720" y="1828800"/>
            <a:ext cx="594360" cy="59436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18972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189720" y="26060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5B700"/>
                </a:solidFill>
              </a:rPr>
              <a:t>Future scope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GUI, database connectivity, QR tickets, sensors, and online payment.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892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5669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B700"/>
                </a:solidFill>
              </a:rPr>
              <a:t>Questions are welcome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615108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Multi Level Parking Lot Manager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11 / 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3575304" cy="4480560"/>
          </a:xfrm>
          <a:prstGeom prst="roundRect">
            <a:avLst>
              <a:gd name="adj" fmla="val 3581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457200" y="1645920"/>
            <a:ext cx="3575304" cy="448056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B1F3A"/>
                </a:solidFill>
              </a:rPr>
              <a:t>Main menu</a:t>
            </a:r>
            <a:endParaRPr lang="en-US" sz="20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400" dirty="0">
                <a:solidFill>
                  <a:srgbClr val="64748B"/>
                </a:solidFill>
              </a:rPr>
              <a:t>Insert screenshot of the Java parking menu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06824" y="1645920"/>
            <a:ext cx="3575304" cy="4480560"/>
          </a:xfrm>
          <a:prstGeom prst="roundRect">
            <a:avLst>
              <a:gd name="adj" fmla="val 3581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306824" y="1645920"/>
            <a:ext cx="3575304" cy="448056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B1F3A"/>
                </a:solidFill>
              </a:rPr>
              <a:t>Vehicle entry / ticket</a:t>
            </a:r>
            <a:endParaRPr lang="en-US" sz="20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400" dirty="0">
                <a:solidFill>
                  <a:srgbClr val="64748B"/>
                </a:solidFill>
              </a:rPr>
              <a:t>Insert screenshot of slot assignment and ticket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56448" y="1645920"/>
            <a:ext cx="3575304" cy="4480560"/>
          </a:xfrm>
          <a:prstGeom prst="roundRect">
            <a:avLst>
              <a:gd name="adj" fmla="val 3581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156448" y="1645920"/>
            <a:ext cx="3575304" cy="448056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B1F3A"/>
                </a:solidFill>
              </a:rPr>
              <a:t>Parking status</a:t>
            </a:r>
            <a:endParaRPr lang="en-US" sz="20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400" dirty="0">
                <a:solidFill>
                  <a:srgbClr val="64748B"/>
                </a:solidFill>
              </a:rPr>
              <a:t>Insert screenshot of level-wise occupancy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615108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Photo &amp; GitHub Link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Multi Level Parking Lot Manager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12 / 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5500116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457200" y="1645920"/>
            <a:ext cx="5500116" cy="448056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B1F3A"/>
                </a:solidFill>
              </a:rPr>
              <a:t>Team / project photo</a:t>
            </a:r>
            <a:endParaRPr lang="en-US" sz="20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400" dirty="0">
                <a:solidFill>
                  <a:srgbClr val="64748B"/>
                </a:solidFill>
              </a:rPr>
              <a:t>Insert team photo or project demonstration photo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1636" y="1645920"/>
            <a:ext cx="5500116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231636" y="1645920"/>
            <a:ext cx="5500116" cy="448056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B1F3A"/>
                </a:solidFill>
              </a:rPr>
              <a:t>GitHub repository</a:t>
            </a:r>
            <a:endParaRPr lang="en-US" sz="20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400" dirty="0">
                <a:solidFill>
                  <a:srgbClr val="64748B"/>
                </a:solidFill>
              </a:rPr>
              <a:t>Paste the project repository URL here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913</Words>
  <Application>Microsoft Office PowerPoint</Application>
  <PresentationFormat>Widescreen</PresentationFormat>
  <Paragraphs>215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Bank Ledger System</dc:title>
  <dc:subject>PptxGenJS Presentation</dc:subject>
  <dc:creator>PptxGenJS</dc:creator>
  <cp:lastModifiedBy>DASAM</cp:lastModifiedBy>
  <cp:revision>2</cp:revision>
  <dcterms:created xsi:type="dcterms:W3CDTF">2026-10-15T15:22:24Z</dcterms:created>
  <dcterms:modified xsi:type="dcterms:W3CDTF">2026-10-15T17:22:06Z</dcterms:modified>
</cp:coreProperties>
</file>