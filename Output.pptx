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84" y="2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26413-3347-658D-D83C-0B6CF4062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27B61-1241-F1A3-BA20-027F83772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12F98-A79D-D882-FA92-B9EF8FE8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6AE1-A0E3-55C4-E887-0855279A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A13E0-28EF-B5DF-80DD-DA1FE4E9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5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DF45-6005-54BD-FBB8-FEB9AA2C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35434-0C41-CD1F-8BD7-562581DE8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C6AC4-96EE-5369-1C43-6614E123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156A0-936B-36E8-C006-4495C536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6BC3A-9739-66F8-A3EE-A4E48C8A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8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647E-FE37-096A-A3D7-E4A3CB2A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45D74-9613-0708-9EDC-335126B2C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34ABA-BC25-FC29-D3B0-1C2CB4EF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E78B8-79D8-6291-F76B-E9BE28FD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DF70E-C386-9C44-B560-87D131F8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61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B7D1-EF8F-ED3B-DCBA-9557940B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CF4A2-3AF3-4BC1-3190-4DF0D0FD8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0E3CA-8418-2809-007D-0634CF157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62FE4-FAD6-681B-4948-AB7AEB26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B31A7-BC4B-4715-A9B1-1BE1A180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B9090-5103-42CC-617E-8D789CF3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04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0539-B882-8AA6-624F-05CA039EE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10883-A25C-7D15-C4AE-D572B2188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F364C-1D20-5589-6356-72061702E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BED0C-8539-C34B-8127-D17E95CA4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B8BCF-C035-23B3-BDE4-C3B5C92EE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9B1BD-6AD9-EF6E-F4B9-6845728C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322E7-32C7-C978-845D-56332B4A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F1862-EC65-C935-BBB6-59B9969B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90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B7-145A-907B-747A-1192ABC5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8F1C0-D59D-4035-BD6E-E6DE2E3E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F1CB4-C77E-6385-5DDD-7379B9A7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8C1D6-852A-2408-9870-A43378E8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10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414B1-0728-7EDE-B3B0-9525C1F1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D88FB-2F05-FF36-E0C8-D5014365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6A94B-ED78-286E-13F0-81B04AF1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74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E33B-2D43-F458-B868-C2750782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D8AE3-B5CC-C310-6E7F-24B17B5DF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4751C-509B-F5FE-BFBC-8B15E869B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F4A9F-E260-148B-7170-C85EAF9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CFE92-08D9-47D1-B568-3E8FA6C20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94836-32D3-716F-4F9A-9E1A2177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5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24CA-B4C5-B7D0-1516-18F9470A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1432F-D83F-0C73-5A28-2AE65FD81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00A9F-8EAC-A864-BF7C-E57022D93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31873-9DAD-E954-104B-F0A2B1FA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7F6C9-304B-263B-A10C-DEBC2F91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5204B-B981-A007-0343-AEFE261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43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C30E-2017-499C-11C1-7707E263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CDC6A-3360-1F9D-ECE5-6F314F7A9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7A3A7-43F7-754E-B02A-E02E22AA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64D1-E2B6-2B29-50DB-33D71480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13952-AA1F-4558-B545-DDE92B3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98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D7C5E-8314-F92F-27FD-C8AFE9F76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F9E91-5F58-9EC0-4767-C1744B186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0A64A-4D0D-BF55-7549-6D3970ED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4AD82-CBF6-B6D2-B748-DB70B730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384E-D10F-DB5B-87FF-96F88F91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18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8CE01-409D-C184-72C9-815183B0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691BE-D999-A1FA-2C2D-789074E1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692A-6B00-7A09-0BBF-42EAD85BF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BF417-CEAA-43EA-B0E0-E39E0F20D2A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281AA-C759-FBB8-BD5C-D55218790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6368-02AE-23EA-7F60-01F233227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D6187-DD32-4E72-85AC-4A111B858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98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0E31-B494-1D02-1DA0-06CFA77C6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Output</a:t>
            </a:r>
            <a:endParaRPr lang="en-IN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3F729-EF9C-026E-63F4-E6C8E5E4E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52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CA2E5-FF22-E6B3-C3E9-5AF74BDF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5AD050-E197-2A81-D93A-1801FB658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900" y="0"/>
            <a:ext cx="12280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2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487B-CBEF-8B9A-BA39-A89D2F5B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28116-BC8D-FC4E-7765-369762E6B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1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0D3C-6CBE-C070-41B1-042BA373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F06CDA-37B9-9CB0-A067-0F93994CC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7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Output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MANITH REDDY GANGANNAGARI</dc:creator>
  <cp:lastModifiedBy>MANITH REDDY GANGANNAGARI</cp:lastModifiedBy>
  <cp:revision>1</cp:revision>
  <dcterms:created xsi:type="dcterms:W3CDTF">2026-09-30T18:18:16Z</dcterms:created>
  <dcterms:modified xsi:type="dcterms:W3CDTF">2026-09-30T18:21:05Z</dcterms:modified>
</cp:coreProperties>
</file>